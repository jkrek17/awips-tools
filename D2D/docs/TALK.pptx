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frontal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photograph shows the two thermal wind panels, HVTL and HVTU, on a typhoon forecast. The class reads at the storm's center, one number for one of seven classes built from Hart's two diagrams: symmetric or frontal,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663440" y="1953958"/>
            <a:ext cx="4206240" cy="12355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914400" y="777240"/>
            <a:ext cx="7315200" cy="2148840"/>
          </a:xfrm>
          <a:prstGeom prst="rect">
            <a:avLst/>
          </a:prstGeom>
        </p:spPr>
      </p:pic>
      <p:sp>
        <p:nvSpPr>
          <p:cNvPr id="4" name="Text 1"/>
          <p:cNvSpPr txBox="1"/>
          <p:nvPr/>
        </p:nvSpPr>
        <p:spPr>
          <a:xfrm>
            <a:off x="457200" y="2999232"/>
            <a:ext cx="8229600" cy="256032"/>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HVTL (left) and HVTU (right), photographed from the monitor.</a:t>
            </a:r>
            <a:endParaRPr lang="en-US" sz="1100" dirty="0"/>
          </a:p>
        </p:txBody>
      </p:sp>
      <p:sp>
        <p:nvSpPr>
          <p:cNvPr id="5" name="Text 2"/>
          <p:cNvSpPr txBox="1"/>
          <p:nvPr/>
        </p:nvSpPr>
        <p:spPr>
          <a:xfrm>
            <a:off x="457200" y="3429000"/>
            <a:ext cx="8229600" cy="11430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 Compare models on the hour HB crosses 10 m and the hour HVTL crosses zero.</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 (not compared to Hart's values; bands differ)</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17 Sep 12Z run</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deep warm core the same hour FSU shows deep to shallow, within 6 h</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 values not recorded, re-sampling</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2026-09-19T14:43:49Z</dcterms:created>
  <dcterms:modified xsi:type="dcterms:W3CDTF">2026-09-19T14:43:49Z</dcterms:modified>
</cp:coreProperties>
</file>